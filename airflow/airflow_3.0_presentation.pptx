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321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DB4869-4921-449A-BD10-8A4FF05A5B61}" v="24" dt="2026-02-09T08:42:42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brata jena" userId="7cd441027c43112c" providerId="LiveId" clId="{2F36BFB0-8105-4EE4-B43E-0FB307591A46}"/>
    <pc:docChg chg="undo custSel addSld delSld modSld sldOrd addMainMaster delMainMaster modMainMaster modShowInfo">
      <pc:chgData name="priyabrata jena" userId="7cd441027c43112c" providerId="LiveId" clId="{2F36BFB0-8105-4EE4-B43E-0FB307591A46}" dt="2026-02-09T11:32:32.074" v="710" actId="2696"/>
      <pc:docMkLst>
        <pc:docMk/>
      </pc:docMkLst>
      <pc:sldChg chg="del">
        <pc:chgData name="priyabrata jena" userId="7cd441027c43112c" providerId="LiveId" clId="{2F36BFB0-8105-4EE4-B43E-0FB307591A46}" dt="2026-02-09T08:20:48.661" v="274" actId="2696"/>
        <pc:sldMkLst>
          <pc:docMk/>
          <pc:sldMk cId="0" sldId="256"/>
        </pc:sldMkLst>
      </pc:sldChg>
      <pc:sldChg chg="modSp mod">
        <pc:chgData name="priyabrata jena" userId="7cd441027c43112c" providerId="LiveId" clId="{2F36BFB0-8105-4EE4-B43E-0FB307591A46}" dt="2026-02-09T09:24:39.800" v="572" actId="255"/>
        <pc:sldMkLst>
          <pc:docMk/>
          <pc:sldMk cId="0" sldId="257"/>
        </pc:sldMkLst>
        <pc:spChg chg="mod">
          <ac:chgData name="priyabrata jena" userId="7cd441027c43112c" providerId="LiveId" clId="{2F36BFB0-8105-4EE4-B43E-0FB307591A46}" dt="2026-02-09T09:24:39.800" v="572" actId="255"/>
          <ac:spMkLst>
            <pc:docMk/>
            <pc:sldMk cId="0" sldId="257"/>
            <ac:spMk id="2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8:52:44.556" v="558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priyabrata jena" userId="7cd441027c43112c" providerId="LiveId" clId="{2F36BFB0-8105-4EE4-B43E-0FB307591A46}" dt="2026-02-09T09:23:52.804" v="570" actId="255"/>
        <pc:sldMkLst>
          <pc:docMk/>
          <pc:sldMk cId="0" sldId="258"/>
        </pc:sldMkLst>
        <pc:spChg chg="mod">
          <ac:chgData name="priyabrata jena" userId="7cd441027c43112c" providerId="LiveId" clId="{2F36BFB0-8105-4EE4-B43E-0FB307591A46}" dt="2026-02-09T09:22:40.371" v="564" actId="255"/>
          <ac:spMkLst>
            <pc:docMk/>
            <pc:sldMk cId="0" sldId="258"/>
            <ac:spMk id="2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8:53:13.109" v="560" actId="2711"/>
          <ac:spMkLst>
            <pc:docMk/>
            <pc:sldMk cId="0" sldId="258"/>
            <ac:spMk id="4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8:53:20.857" v="561" actId="2711"/>
          <ac:spMkLst>
            <pc:docMk/>
            <pc:sldMk cId="0" sldId="258"/>
            <ac:spMk id="5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8:53:35.065" v="563" actId="2711"/>
          <ac:spMkLst>
            <pc:docMk/>
            <pc:sldMk cId="0" sldId="258"/>
            <ac:spMk id="7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8:53:28.934" v="562" actId="2711"/>
          <ac:spMkLst>
            <pc:docMk/>
            <pc:sldMk cId="0" sldId="258"/>
            <ac:spMk id="8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3:52.804" v="570" actId="255"/>
          <ac:spMkLst>
            <pc:docMk/>
            <pc:sldMk cId="0" sldId="258"/>
            <ac:spMk id="9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3:30.952" v="568" actId="1076"/>
          <ac:spMkLst>
            <pc:docMk/>
            <pc:sldMk cId="0" sldId="258"/>
            <ac:spMk id="10" creationId="{00000000-0000-0000-0000-000000000000}"/>
          </ac:spMkLst>
        </pc:spChg>
      </pc:sldChg>
      <pc:sldChg chg="modSp mod">
        <pc:chgData name="priyabrata jena" userId="7cd441027c43112c" providerId="LiveId" clId="{2F36BFB0-8105-4EE4-B43E-0FB307591A46}" dt="2026-02-09T09:26:56.970" v="580" actId="2711"/>
        <pc:sldMkLst>
          <pc:docMk/>
          <pc:sldMk cId="0" sldId="259"/>
        </pc:sldMkLst>
        <pc:spChg chg="mod">
          <ac:chgData name="priyabrata jena" userId="7cd441027c43112c" providerId="LiveId" clId="{2F36BFB0-8105-4EE4-B43E-0FB307591A46}" dt="2026-02-09T09:26:27.395" v="576" actId="2711"/>
          <ac:spMkLst>
            <pc:docMk/>
            <pc:sldMk cId="0" sldId="259"/>
            <ac:spMk id="2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5:51.291" v="574" actId="2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6:11.001" v="575" actId="2711"/>
          <ac:spMkLst>
            <pc:docMk/>
            <pc:sldMk cId="0" sldId="259"/>
            <ac:spMk id="5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6:51.589" v="579" actId="2711"/>
          <ac:spMkLst>
            <pc:docMk/>
            <pc:sldMk cId="0" sldId="259"/>
            <ac:spMk id="6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6:36.698" v="577" actId="2711"/>
          <ac:spMkLst>
            <pc:docMk/>
            <pc:sldMk cId="0" sldId="259"/>
            <ac:spMk id="7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6:56.970" v="580" actId="2711"/>
          <ac:spMkLst>
            <pc:docMk/>
            <pc:sldMk cId="0" sldId="259"/>
            <ac:spMk id="8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6:42.518" v="578" actId="2711"/>
          <ac:spMkLst>
            <pc:docMk/>
            <pc:sldMk cId="0" sldId="259"/>
            <ac:spMk id="9" creationId="{00000000-0000-0000-0000-000000000000}"/>
          </ac:spMkLst>
        </pc:spChg>
      </pc:sldChg>
      <pc:sldChg chg="modSp mod">
        <pc:chgData name="priyabrata jena" userId="7cd441027c43112c" providerId="LiveId" clId="{2F36BFB0-8105-4EE4-B43E-0FB307591A46}" dt="2026-02-09T09:27:44.609" v="582" actId="255"/>
        <pc:sldMkLst>
          <pc:docMk/>
          <pc:sldMk cId="0" sldId="260"/>
        </pc:sldMkLst>
        <pc:spChg chg="mod">
          <ac:chgData name="priyabrata jena" userId="7cd441027c43112c" providerId="LiveId" clId="{2F36BFB0-8105-4EE4-B43E-0FB307591A46}" dt="2026-02-09T09:27:44.609" v="582" actId="255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priyabrata jena" userId="7cd441027c43112c" providerId="LiveId" clId="{2F36BFB0-8105-4EE4-B43E-0FB307591A46}" dt="2026-02-09T09:29:31.517" v="596" actId="2711"/>
        <pc:sldMkLst>
          <pc:docMk/>
          <pc:sldMk cId="0" sldId="261"/>
        </pc:sldMkLst>
        <pc:spChg chg="mod">
          <ac:chgData name="priyabrata jena" userId="7cd441027c43112c" providerId="LiveId" clId="{2F36BFB0-8105-4EE4-B43E-0FB307591A46}" dt="2026-02-09T09:28:06.297" v="584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8:12.133" v="585" actId="2711"/>
          <ac:spMkLst>
            <pc:docMk/>
            <pc:sldMk cId="0" sldId="261"/>
            <ac:spMk id="5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8:18.465" v="586" actId="2711"/>
          <ac:spMkLst>
            <pc:docMk/>
            <pc:sldMk cId="0" sldId="261"/>
            <ac:spMk id="6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8:45.705" v="590" actId="2711"/>
          <ac:spMkLst>
            <pc:docMk/>
            <pc:sldMk cId="0" sldId="261"/>
            <ac:spMk id="9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8:39.497" v="589" actId="2711"/>
          <ac:spMkLst>
            <pc:docMk/>
            <pc:sldMk cId="0" sldId="261"/>
            <ac:spMk id="10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8:33.150" v="588" actId="2711"/>
          <ac:spMkLst>
            <pc:docMk/>
            <pc:sldMk cId="0" sldId="261"/>
            <ac:spMk id="13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8:24.121" v="587" actId="2711"/>
          <ac:spMkLst>
            <pc:docMk/>
            <pc:sldMk cId="0" sldId="261"/>
            <ac:spMk id="14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9:04.561" v="592" actId="2711"/>
          <ac:spMkLst>
            <pc:docMk/>
            <pc:sldMk cId="0" sldId="261"/>
            <ac:spMk id="17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8:54.881" v="591" actId="2711"/>
          <ac:spMkLst>
            <pc:docMk/>
            <pc:sldMk cId="0" sldId="261"/>
            <ac:spMk id="18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9:31.517" v="596" actId="2711"/>
          <ac:spMkLst>
            <pc:docMk/>
            <pc:sldMk cId="0" sldId="261"/>
            <ac:spMk id="21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9:22.277" v="595" actId="2711"/>
          <ac:spMkLst>
            <pc:docMk/>
            <pc:sldMk cId="0" sldId="261"/>
            <ac:spMk id="22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9:10.431" v="593" actId="2711"/>
          <ac:spMkLst>
            <pc:docMk/>
            <pc:sldMk cId="0" sldId="261"/>
            <ac:spMk id="25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29:15.616" v="594" actId="2711"/>
          <ac:spMkLst>
            <pc:docMk/>
            <pc:sldMk cId="0" sldId="261"/>
            <ac:spMk id="26" creationId="{00000000-0000-0000-0000-000000000000}"/>
          </ac:spMkLst>
        </pc:spChg>
      </pc:sldChg>
      <pc:sldChg chg="modSp mod">
        <pc:chgData name="priyabrata jena" userId="7cd441027c43112c" providerId="LiveId" clId="{2F36BFB0-8105-4EE4-B43E-0FB307591A46}" dt="2026-02-09T09:31:09.092" v="606" actId="2711"/>
        <pc:sldMkLst>
          <pc:docMk/>
          <pc:sldMk cId="0" sldId="262"/>
        </pc:sldMkLst>
        <pc:spChg chg="mod">
          <ac:chgData name="priyabrata jena" userId="7cd441027c43112c" providerId="LiveId" clId="{2F36BFB0-8105-4EE4-B43E-0FB307591A46}" dt="2026-02-09T09:30:16.365" v="601" actId="20577"/>
          <ac:spMkLst>
            <pc:docMk/>
            <pc:sldMk cId="0" sldId="262"/>
            <ac:spMk id="2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1:09.092" v="606" actId="2711"/>
          <ac:spMkLst>
            <pc:docMk/>
            <pc:sldMk cId="0" sldId="262"/>
            <ac:spMk id="3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0:32.634" v="603" actId="2711"/>
          <ac:spMkLst>
            <pc:docMk/>
            <pc:sldMk cId="0" sldId="262"/>
            <ac:spMk id="4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0:23.690" v="602" actId="2711"/>
          <ac:spMkLst>
            <pc:docMk/>
            <pc:sldMk cId="0" sldId="262"/>
            <ac:spMk id="5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0:40.605" v="604" actId="2711"/>
          <ac:spMkLst>
            <pc:docMk/>
            <pc:sldMk cId="0" sldId="262"/>
            <ac:spMk id="6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0:46.963" v="605" actId="2711"/>
          <ac:spMkLst>
            <pc:docMk/>
            <pc:sldMk cId="0" sldId="262"/>
            <ac:spMk id="7" creationId="{00000000-0000-0000-0000-000000000000}"/>
          </ac:spMkLst>
        </pc:spChg>
      </pc:sldChg>
      <pc:sldChg chg="modSp mod">
        <pc:chgData name="priyabrata jena" userId="7cd441027c43112c" providerId="LiveId" clId="{2F36BFB0-8105-4EE4-B43E-0FB307591A46}" dt="2026-02-09T09:32:24.916" v="618" actId="2711"/>
        <pc:sldMkLst>
          <pc:docMk/>
          <pc:sldMk cId="0" sldId="263"/>
        </pc:sldMkLst>
        <pc:spChg chg="mod">
          <ac:chgData name="priyabrata jena" userId="7cd441027c43112c" providerId="LiveId" clId="{2F36BFB0-8105-4EE4-B43E-0FB307591A46}" dt="2026-02-09T09:31:25.299" v="608" actId="255"/>
          <ac:spMkLst>
            <pc:docMk/>
            <pc:sldMk cId="0" sldId="263"/>
            <ac:spMk id="2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1:33.759" v="611" actId="1076"/>
          <ac:spMkLst>
            <pc:docMk/>
            <pc:sldMk cId="0" sldId="263"/>
            <ac:spMk id="3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1:40.506" v="612" actId="2711"/>
          <ac:spMkLst>
            <pc:docMk/>
            <pc:sldMk cId="0" sldId="263"/>
            <ac:spMk id="4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1:29.550" v="609" actId="2711"/>
          <ac:spMkLst>
            <pc:docMk/>
            <pc:sldMk cId="0" sldId="263"/>
            <ac:spMk id="5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2:04.144" v="615" actId="2711"/>
          <ac:spMkLst>
            <pc:docMk/>
            <pc:sldMk cId="0" sldId="263"/>
            <ac:spMk id="7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1:56.445" v="614" actId="2711"/>
          <ac:spMkLst>
            <pc:docMk/>
            <pc:sldMk cId="0" sldId="263"/>
            <ac:spMk id="8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2:24.916" v="618" actId="2711"/>
          <ac:spMkLst>
            <pc:docMk/>
            <pc:sldMk cId="0" sldId="263"/>
            <ac:spMk id="9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2:18.054" v="617" actId="2711"/>
          <ac:spMkLst>
            <pc:docMk/>
            <pc:sldMk cId="0" sldId="263"/>
            <ac:spMk id="10" creationId="{00000000-0000-0000-0000-000000000000}"/>
          </ac:spMkLst>
        </pc:spChg>
      </pc:sldChg>
      <pc:sldChg chg="modSp mod">
        <pc:chgData name="priyabrata jena" userId="7cd441027c43112c" providerId="LiveId" clId="{2F36BFB0-8105-4EE4-B43E-0FB307591A46}" dt="2026-02-09T09:33:47.045" v="633" actId="2711"/>
        <pc:sldMkLst>
          <pc:docMk/>
          <pc:sldMk cId="0" sldId="264"/>
        </pc:sldMkLst>
        <pc:spChg chg="mod">
          <ac:chgData name="priyabrata jena" userId="7cd441027c43112c" providerId="LiveId" clId="{2F36BFB0-8105-4EE4-B43E-0FB307591A46}" dt="2026-02-09T09:33:39.817" v="632" actId="255"/>
          <ac:spMkLst>
            <pc:docMk/>
            <pc:sldMk cId="0" sldId="264"/>
            <ac:spMk id="2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3:47.045" v="633" actId="2711"/>
          <ac:spMkLst>
            <pc:docMk/>
            <pc:sldMk cId="0" sldId="264"/>
            <ac:spMk id="3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3:26.993" v="630" actId="2711"/>
          <ac:spMkLst>
            <pc:docMk/>
            <pc:sldMk cId="0" sldId="264"/>
            <ac:spMk id="4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2:50.364" v="623" actId="2711"/>
          <ac:spMkLst>
            <pc:docMk/>
            <pc:sldMk cId="0" sldId="264"/>
            <ac:spMk id="5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3:20.573" v="629" actId="2711"/>
          <ac:spMkLst>
            <pc:docMk/>
            <pc:sldMk cId="0" sldId="264"/>
            <ac:spMk id="6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3:02.995" v="628" actId="5793"/>
          <ac:spMkLst>
            <pc:docMk/>
            <pc:sldMk cId="0" sldId="264"/>
            <ac:spMk id="7" creationId="{00000000-0000-0000-0000-000000000000}"/>
          </ac:spMkLst>
        </pc:spChg>
      </pc:sldChg>
      <pc:sldChg chg="modSp mod">
        <pc:chgData name="priyabrata jena" userId="7cd441027c43112c" providerId="LiveId" clId="{2F36BFB0-8105-4EE4-B43E-0FB307591A46}" dt="2026-02-09T09:48:43.185" v="694" actId="20577"/>
        <pc:sldMkLst>
          <pc:docMk/>
          <pc:sldMk cId="0" sldId="265"/>
        </pc:sldMkLst>
        <pc:spChg chg="mod">
          <ac:chgData name="priyabrata jena" userId="7cd441027c43112c" providerId="LiveId" clId="{2F36BFB0-8105-4EE4-B43E-0FB307591A46}" dt="2026-02-09T09:34:17.979" v="636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4:20.173" v="637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4:35.718" v="639" actId="2711"/>
          <ac:spMkLst>
            <pc:docMk/>
            <pc:sldMk cId="0" sldId="265"/>
            <ac:spMk id="4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4:29.745" v="638" actId="2711"/>
          <ac:spMkLst>
            <pc:docMk/>
            <pc:sldMk cId="0" sldId="265"/>
            <ac:spMk id="5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4:47.205" v="641" actId="2711"/>
          <ac:spMkLst>
            <pc:docMk/>
            <pc:sldMk cId="0" sldId="265"/>
            <ac:spMk id="7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48:43.185" v="694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5:03.688" v="643" actId="2711"/>
          <ac:spMkLst>
            <pc:docMk/>
            <pc:sldMk cId="0" sldId="265"/>
            <ac:spMk id="9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4:57.548" v="642" actId="2711"/>
          <ac:spMkLst>
            <pc:docMk/>
            <pc:sldMk cId="0" sldId="265"/>
            <ac:spMk id="10" creationId="{00000000-0000-0000-0000-000000000000}"/>
          </ac:spMkLst>
        </pc:spChg>
      </pc:sldChg>
      <pc:sldChg chg="modSp mod">
        <pc:chgData name="priyabrata jena" userId="7cd441027c43112c" providerId="LiveId" clId="{2F36BFB0-8105-4EE4-B43E-0FB307591A46}" dt="2026-02-09T09:36:28.639" v="648" actId="255"/>
        <pc:sldMkLst>
          <pc:docMk/>
          <pc:sldMk cId="0" sldId="266"/>
        </pc:sldMkLst>
        <pc:spChg chg="mod">
          <ac:chgData name="priyabrata jena" userId="7cd441027c43112c" providerId="LiveId" clId="{2F36BFB0-8105-4EE4-B43E-0FB307591A46}" dt="2026-02-09T09:36:28.639" v="648" actId="255"/>
          <ac:spMkLst>
            <pc:docMk/>
            <pc:sldMk cId="0" sldId="266"/>
            <ac:spMk id="2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5:49.493" v="645" actId="2711"/>
          <ac:spMkLst>
            <pc:docMk/>
            <pc:sldMk cId="0" sldId="266"/>
            <ac:spMk id="4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5:55.765" v="646" actId="2711"/>
          <ac:spMkLst>
            <pc:docMk/>
            <pc:sldMk cId="0" sldId="266"/>
            <ac:spMk id="6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5:43.371" v="644" actId="2711"/>
          <ac:spMkLst>
            <pc:docMk/>
            <pc:sldMk cId="0" sldId="266"/>
            <ac:spMk id="8" creationId="{00000000-0000-0000-0000-000000000000}"/>
          </ac:spMkLst>
        </pc:spChg>
      </pc:sldChg>
      <pc:sldChg chg="modSp mod">
        <pc:chgData name="priyabrata jena" userId="7cd441027c43112c" providerId="LiveId" clId="{2F36BFB0-8105-4EE4-B43E-0FB307591A46}" dt="2026-02-09T09:37:01.544" v="655" actId="14734"/>
        <pc:sldMkLst>
          <pc:docMk/>
          <pc:sldMk cId="0" sldId="267"/>
        </pc:sldMkLst>
        <pc:spChg chg="mod">
          <ac:chgData name="priyabrata jena" userId="7cd441027c43112c" providerId="LiveId" clId="{2F36BFB0-8105-4EE4-B43E-0FB307591A46}" dt="2026-02-09T09:36:50.387" v="653" actId="20577"/>
          <ac:spMkLst>
            <pc:docMk/>
            <pc:sldMk cId="0" sldId="267"/>
            <ac:spMk id="2" creationId="{00000000-0000-0000-0000-000000000000}"/>
          </ac:spMkLst>
        </pc:spChg>
        <pc:graphicFrameChg chg="modGraphic">
          <ac:chgData name="priyabrata jena" userId="7cd441027c43112c" providerId="LiveId" clId="{2F36BFB0-8105-4EE4-B43E-0FB307591A46}" dt="2026-02-09T09:37:01.544" v="655" actId="14734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priyabrata jena" userId="7cd441027c43112c" providerId="LiveId" clId="{2F36BFB0-8105-4EE4-B43E-0FB307591A46}" dt="2026-02-09T09:48:13.759" v="684" actId="255"/>
        <pc:sldMkLst>
          <pc:docMk/>
          <pc:sldMk cId="0" sldId="268"/>
        </pc:sldMkLst>
        <pc:spChg chg="mod">
          <ac:chgData name="priyabrata jena" userId="7cd441027c43112c" providerId="LiveId" clId="{2F36BFB0-8105-4EE4-B43E-0FB307591A46}" dt="2026-02-09T09:48:13.759" v="684" actId="255"/>
          <ac:spMkLst>
            <pc:docMk/>
            <pc:sldMk cId="0" sldId="268"/>
            <ac:spMk id="2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40:22.714" v="679" actId="2711"/>
          <ac:spMkLst>
            <pc:docMk/>
            <pc:sldMk cId="0" sldId="268"/>
            <ac:spMk id="3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9:37.099" v="672" actId="2711"/>
          <ac:spMkLst>
            <pc:docMk/>
            <pc:sldMk cId="0" sldId="268"/>
            <ac:spMk id="4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40:27.778" v="680" actId="2711"/>
          <ac:spMkLst>
            <pc:docMk/>
            <pc:sldMk cId="0" sldId="268"/>
            <ac:spMk id="5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9:44.854" v="673" actId="2711"/>
          <ac:spMkLst>
            <pc:docMk/>
            <pc:sldMk cId="0" sldId="268"/>
            <ac:spMk id="6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40:08.575" v="676" actId="2711"/>
          <ac:spMkLst>
            <pc:docMk/>
            <pc:sldMk cId="0" sldId="268"/>
            <ac:spMk id="7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9:58.147" v="675" actId="2711"/>
          <ac:spMkLst>
            <pc:docMk/>
            <pc:sldMk cId="0" sldId="268"/>
            <ac:spMk id="8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40:16.860" v="678" actId="2711"/>
          <ac:spMkLst>
            <pc:docMk/>
            <pc:sldMk cId="0" sldId="268"/>
            <ac:spMk id="9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9:50.738" v="674" actId="2711"/>
          <ac:spMkLst>
            <pc:docMk/>
            <pc:sldMk cId="0" sldId="268"/>
            <ac:spMk id="10" creationId="{00000000-0000-0000-0000-000000000000}"/>
          </ac:spMkLst>
        </pc:spChg>
      </pc:sldChg>
      <pc:sldChg chg="modSp mod">
        <pc:chgData name="priyabrata jena" userId="7cd441027c43112c" providerId="LiveId" clId="{2F36BFB0-8105-4EE4-B43E-0FB307591A46}" dt="2026-02-09T09:39:21.144" v="671" actId="255"/>
        <pc:sldMkLst>
          <pc:docMk/>
          <pc:sldMk cId="0" sldId="269"/>
        </pc:sldMkLst>
        <pc:spChg chg="mod">
          <ac:chgData name="priyabrata jena" userId="7cd441027c43112c" providerId="LiveId" clId="{2F36BFB0-8105-4EE4-B43E-0FB307591A46}" dt="2026-02-09T09:37:28.218" v="657" actId="2711"/>
          <ac:spMkLst>
            <pc:docMk/>
            <pc:sldMk cId="0" sldId="269"/>
            <ac:spMk id="2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9:07.443" v="669" actId="255"/>
          <ac:spMkLst>
            <pc:docMk/>
            <pc:sldMk cId="0" sldId="269"/>
            <ac:spMk id="4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9:13.966" v="670" actId="255"/>
          <ac:spMkLst>
            <pc:docMk/>
            <pc:sldMk cId="0" sldId="269"/>
            <ac:spMk id="6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7:42.663" v="660" actId="20577"/>
          <ac:spMkLst>
            <pc:docMk/>
            <pc:sldMk cId="0" sldId="269"/>
            <ac:spMk id="7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9:21.144" v="671" actId="255"/>
          <ac:spMkLst>
            <pc:docMk/>
            <pc:sldMk cId="0" sldId="269"/>
            <ac:spMk id="8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7:55.871" v="662" actId="2711"/>
          <ac:spMkLst>
            <pc:docMk/>
            <pc:sldMk cId="0" sldId="269"/>
            <ac:spMk id="9" creationId="{00000000-0000-0000-0000-000000000000}"/>
          </ac:spMkLst>
        </pc:spChg>
      </pc:sldChg>
      <pc:sldChg chg="del">
        <pc:chgData name="priyabrata jena" userId="7cd441027c43112c" providerId="LiveId" clId="{2F36BFB0-8105-4EE4-B43E-0FB307591A46}" dt="2026-02-09T08:47:40.196" v="542" actId="2696"/>
        <pc:sldMkLst>
          <pc:docMk/>
          <pc:sldMk cId="0" sldId="270"/>
        </pc:sldMkLst>
      </pc:sldChg>
      <pc:sldChg chg="modSp mod setBg">
        <pc:chgData name="priyabrata jena" userId="7cd441027c43112c" providerId="LiveId" clId="{2F36BFB0-8105-4EE4-B43E-0FB307591A46}" dt="2026-02-09T09:38:47.159" v="668" actId="2711"/>
        <pc:sldMkLst>
          <pc:docMk/>
          <pc:sldMk cId="0" sldId="271"/>
        </pc:sldMkLst>
        <pc:spChg chg="mod">
          <ac:chgData name="priyabrata jena" userId="7cd441027c43112c" providerId="LiveId" clId="{2F36BFB0-8105-4EE4-B43E-0FB307591A46}" dt="2026-02-09T09:38:30.698" v="666" actId="255"/>
          <ac:spMkLst>
            <pc:docMk/>
            <pc:sldMk cId="0" sldId="271"/>
            <ac:spMk id="2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8:39.262" v="667" actId="255"/>
          <ac:spMkLst>
            <pc:docMk/>
            <pc:sldMk cId="0" sldId="271"/>
            <ac:spMk id="3" creationId="{00000000-0000-0000-0000-000000000000}"/>
          </ac:spMkLst>
        </pc:spChg>
        <pc:spChg chg="mod">
          <ac:chgData name="priyabrata jena" userId="7cd441027c43112c" providerId="LiveId" clId="{2F36BFB0-8105-4EE4-B43E-0FB307591A46}" dt="2026-02-09T09:38:47.159" v="668" actId="2711"/>
          <ac:spMkLst>
            <pc:docMk/>
            <pc:sldMk cId="0" sldId="271"/>
            <ac:spMk id="4" creationId="{00000000-0000-0000-0000-000000000000}"/>
          </ac:spMkLst>
        </pc:spChg>
      </pc:sldChg>
      <pc:sldChg chg="addSp delSp modSp add del mod ord">
        <pc:chgData name="priyabrata jena" userId="7cd441027c43112c" providerId="LiveId" clId="{2F36BFB0-8105-4EE4-B43E-0FB307591A46}" dt="2026-02-09T08:19:33.005" v="273" actId="20577"/>
        <pc:sldMkLst>
          <pc:docMk/>
          <pc:sldMk cId="1804612043" sldId="320"/>
        </pc:sldMkLst>
        <pc:spChg chg="mod">
          <ac:chgData name="priyabrata jena" userId="7cd441027c43112c" providerId="LiveId" clId="{2F36BFB0-8105-4EE4-B43E-0FB307591A46}" dt="2026-02-09T08:19:32.615" v="272" actId="20577"/>
          <ac:spMkLst>
            <pc:docMk/>
            <pc:sldMk cId="1804612043" sldId="320"/>
            <ac:spMk id="2" creationId="{615F27AE-D80F-B24B-87D5-7D69B43B1A7C}"/>
          </ac:spMkLst>
        </pc:spChg>
        <pc:spChg chg="mod">
          <ac:chgData name="priyabrata jena" userId="7cd441027c43112c" providerId="LiveId" clId="{2F36BFB0-8105-4EE4-B43E-0FB307591A46}" dt="2026-02-09T08:19:32.100" v="271" actId="20577"/>
          <ac:spMkLst>
            <pc:docMk/>
            <pc:sldMk cId="1804612043" sldId="320"/>
            <ac:spMk id="3" creationId="{846AF174-DF14-A94F-84DD-FE854E4326B5}"/>
          </ac:spMkLst>
        </pc:spChg>
        <pc:spChg chg="mod">
          <ac:chgData name="priyabrata jena" userId="7cd441027c43112c" providerId="LiveId" clId="{2F36BFB0-8105-4EE4-B43E-0FB307591A46}" dt="2026-02-09T08:19:33.005" v="273" actId="20577"/>
          <ac:spMkLst>
            <pc:docMk/>
            <pc:sldMk cId="1804612043" sldId="320"/>
            <ac:spMk id="4" creationId="{5815BB10-7F2F-4747-8509-FA149575F3BB}"/>
          </ac:spMkLst>
        </pc:spChg>
        <pc:spChg chg="add del mod">
          <ac:chgData name="priyabrata jena" userId="7cd441027c43112c" providerId="LiveId" clId="{2F36BFB0-8105-4EE4-B43E-0FB307591A46}" dt="2026-02-09T07:52:38.538" v="168"/>
          <ac:spMkLst>
            <pc:docMk/>
            <pc:sldMk cId="1804612043" sldId="320"/>
            <ac:spMk id="5" creationId="{559D1E1E-0D70-1641-B93F-D8AB8C75820B}"/>
          </ac:spMkLst>
        </pc:spChg>
        <pc:spChg chg="add del mod">
          <ac:chgData name="priyabrata jena" userId="7cd441027c43112c" providerId="LiveId" clId="{2F36BFB0-8105-4EE4-B43E-0FB307591A46}" dt="2026-02-09T08:08:04.009" v="184"/>
          <ac:spMkLst>
            <pc:docMk/>
            <pc:sldMk cId="1804612043" sldId="320"/>
            <ac:spMk id="6" creationId="{362925EE-2C2A-582A-3841-FFDAEA089AF9}"/>
          </ac:spMkLst>
        </pc:spChg>
        <pc:spChg chg="add del mod">
          <ac:chgData name="priyabrata jena" userId="7cd441027c43112c" providerId="LiveId" clId="{2F36BFB0-8105-4EE4-B43E-0FB307591A46}" dt="2026-02-09T08:08:44.278" v="187"/>
          <ac:spMkLst>
            <pc:docMk/>
            <pc:sldMk cId="1804612043" sldId="320"/>
            <ac:spMk id="7" creationId="{8338FBB9-42DA-764F-3FFE-24904DAE8D3F}"/>
          </ac:spMkLst>
        </pc:spChg>
        <pc:spChg chg="add del mod">
          <ac:chgData name="priyabrata jena" userId="7cd441027c43112c" providerId="LiveId" clId="{2F36BFB0-8105-4EE4-B43E-0FB307591A46}" dt="2026-02-09T08:09:04.063" v="195"/>
          <ac:spMkLst>
            <pc:docMk/>
            <pc:sldMk cId="1804612043" sldId="320"/>
            <ac:spMk id="8" creationId="{75F89668-AD4E-3163-75B1-631E42AE1191}"/>
          </ac:spMkLst>
        </pc:spChg>
        <pc:spChg chg="add del mod">
          <ac:chgData name="priyabrata jena" userId="7cd441027c43112c" providerId="LiveId" clId="{2F36BFB0-8105-4EE4-B43E-0FB307591A46}" dt="2026-02-09T08:10:24.393" v="207" actId="21"/>
          <ac:spMkLst>
            <pc:docMk/>
            <pc:sldMk cId="1804612043" sldId="320"/>
            <ac:spMk id="9" creationId="{44ACB2B9-08E1-4CB8-096B-3C0A64B3BA37}"/>
          </ac:spMkLst>
        </pc:spChg>
      </pc:sldChg>
      <pc:sldChg chg="add del">
        <pc:chgData name="priyabrata jena" userId="7cd441027c43112c" providerId="LiveId" clId="{2F36BFB0-8105-4EE4-B43E-0FB307591A46}" dt="2026-02-09T08:09:09.796" v="196" actId="2696"/>
        <pc:sldMkLst>
          <pc:docMk/>
          <pc:sldMk cId="333266654" sldId="321"/>
        </pc:sldMkLst>
      </pc:sldChg>
      <pc:sldChg chg="addSp delSp modSp new mod">
        <pc:chgData name="priyabrata jena" userId="7cd441027c43112c" providerId="LiveId" clId="{2F36BFB0-8105-4EE4-B43E-0FB307591A46}" dt="2026-02-09T08:43:36.549" v="469" actId="1076"/>
        <pc:sldMkLst>
          <pc:docMk/>
          <pc:sldMk cId="3787646314" sldId="321"/>
        </pc:sldMkLst>
        <pc:spChg chg="add mod">
          <ac:chgData name="priyabrata jena" userId="7cd441027c43112c" providerId="LiveId" clId="{2F36BFB0-8105-4EE4-B43E-0FB307591A46}" dt="2026-02-09T08:38:16.549" v="409" actId="20577"/>
          <ac:spMkLst>
            <pc:docMk/>
            <pc:sldMk cId="3787646314" sldId="321"/>
            <ac:spMk id="4" creationId="{22AC89CC-AF99-B7C5-D044-0E64B8D2720D}"/>
          </ac:spMkLst>
        </pc:spChg>
        <pc:spChg chg="add mod">
          <ac:chgData name="priyabrata jena" userId="7cd441027c43112c" providerId="LiveId" clId="{2F36BFB0-8105-4EE4-B43E-0FB307591A46}" dt="2026-02-09T08:39:58.979" v="446" actId="1076"/>
          <ac:spMkLst>
            <pc:docMk/>
            <pc:sldMk cId="3787646314" sldId="321"/>
            <ac:spMk id="5" creationId="{2808080E-AE46-B8E9-0973-2A56082476DF}"/>
          </ac:spMkLst>
        </pc:spChg>
        <pc:spChg chg="add mod">
          <ac:chgData name="priyabrata jena" userId="7cd441027c43112c" providerId="LiveId" clId="{2F36BFB0-8105-4EE4-B43E-0FB307591A46}" dt="2026-02-09T08:40:26.282" v="451" actId="255"/>
          <ac:spMkLst>
            <pc:docMk/>
            <pc:sldMk cId="3787646314" sldId="321"/>
            <ac:spMk id="6" creationId="{F9C32B18-24DD-B8BB-0DA3-B54716984604}"/>
          </ac:spMkLst>
        </pc:spChg>
        <pc:spChg chg="add del mod">
          <ac:chgData name="priyabrata jena" userId="7cd441027c43112c" providerId="LiveId" clId="{2F36BFB0-8105-4EE4-B43E-0FB307591A46}" dt="2026-02-09T08:43:26.501" v="468"/>
          <ac:spMkLst>
            <pc:docMk/>
            <pc:sldMk cId="3787646314" sldId="321"/>
            <ac:spMk id="7" creationId="{669849AF-D1DB-D531-4CAA-CAD29B1CEFB7}"/>
          </ac:spMkLst>
        </pc:spChg>
        <pc:picChg chg="add mod">
          <ac:chgData name="priyabrata jena" userId="7cd441027c43112c" providerId="LiveId" clId="{2F36BFB0-8105-4EE4-B43E-0FB307591A46}" dt="2026-02-09T08:43:36.549" v="469" actId="1076"/>
          <ac:picMkLst>
            <pc:docMk/>
            <pc:sldMk cId="3787646314" sldId="321"/>
            <ac:picMk id="3" creationId="{39203586-112A-1815-0678-0836C9E080D9}"/>
          </ac:picMkLst>
        </pc:picChg>
      </pc:sldChg>
      <pc:sldChg chg="addSp modSp new del mod">
        <pc:chgData name="priyabrata jena" userId="7cd441027c43112c" providerId="LiveId" clId="{2F36BFB0-8105-4EE4-B43E-0FB307591A46}" dt="2026-02-09T11:32:32.074" v="710" actId="2696"/>
        <pc:sldMkLst>
          <pc:docMk/>
          <pc:sldMk cId="751617920" sldId="322"/>
        </pc:sldMkLst>
        <pc:spChg chg="add mod">
          <ac:chgData name="priyabrata jena" userId="7cd441027c43112c" providerId="LiveId" clId="{2F36BFB0-8105-4EE4-B43E-0FB307591A46}" dt="2026-02-09T11:32:27.804" v="709" actId="14100"/>
          <ac:spMkLst>
            <pc:docMk/>
            <pc:sldMk cId="751617920" sldId="322"/>
            <ac:spMk id="3" creationId="{E85ED443-E048-FB2C-9914-BA88B811F09A}"/>
          </ac:spMkLst>
        </pc:spChg>
      </pc:sldChg>
      <pc:sldChg chg="addSp new del mod">
        <pc:chgData name="priyabrata jena" userId="7cd441027c43112c" providerId="LiveId" clId="{2F36BFB0-8105-4EE4-B43E-0FB307591A46}" dt="2026-02-09T11:28:38.959" v="697" actId="2696"/>
        <pc:sldMkLst>
          <pc:docMk/>
          <pc:sldMk cId="1718953956" sldId="322"/>
        </pc:sldMkLst>
        <pc:spChg chg="add">
          <ac:chgData name="priyabrata jena" userId="7cd441027c43112c" providerId="LiveId" clId="{2F36BFB0-8105-4EE4-B43E-0FB307591A46}" dt="2026-02-09T11:27:46.293" v="696" actId="22"/>
          <ac:spMkLst>
            <pc:docMk/>
            <pc:sldMk cId="1718953956" sldId="322"/>
            <ac:spMk id="3" creationId="{94425101-275D-6681-BCC7-8B1BD71713C0}"/>
          </ac:spMkLst>
        </pc:spChg>
      </pc:sldChg>
      <pc:sldChg chg="delSp modSp add del mod ord">
        <pc:chgData name="priyabrata jena" userId="7cd441027c43112c" providerId="LiveId" clId="{2F36BFB0-8105-4EE4-B43E-0FB307591A46}" dt="2026-02-09T08:32:21.222" v="291" actId="2696"/>
        <pc:sldMkLst>
          <pc:docMk/>
          <pc:sldMk cId="1647528200" sldId="361"/>
        </pc:sldMkLst>
        <pc:spChg chg="mod">
          <ac:chgData name="priyabrata jena" userId="7cd441027c43112c" providerId="LiveId" clId="{2F36BFB0-8105-4EE4-B43E-0FB307591A46}" dt="2026-02-09T08:28:42.711" v="284" actId="20577"/>
          <ac:spMkLst>
            <pc:docMk/>
            <pc:sldMk cId="1647528200" sldId="361"/>
            <ac:spMk id="4" creationId="{7500A5D1-8AF6-7847-AD73-F58EBEAC3266}"/>
          </ac:spMkLst>
        </pc:spChg>
        <pc:spChg chg="del">
          <ac:chgData name="priyabrata jena" userId="7cd441027c43112c" providerId="LiveId" clId="{2F36BFB0-8105-4EE4-B43E-0FB307591A46}" dt="2026-02-09T08:30:20.039" v="290" actId="478"/>
          <ac:spMkLst>
            <pc:docMk/>
            <pc:sldMk cId="1647528200" sldId="361"/>
            <ac:spMk id="5" creationId="{C3C1C355-EF16-024E-9E44-BD1A5420B458}"/>
          </ac:spMkLst>
        </pc:spChg>
        <pc:spChg chg="mod">
          <ac:chgData name="priyabrata jena" userId="7cd441027c43112c" providerId="LiveId" clId="{2F36BFB0-8105-4EE4-B43E-0FB307591A46}" dt="2026-02-09T08:23:30.051" v="277" actId="14100"/>
          <ac:spMkLst>
            <pc:docMk/>
            <pc:sldMk cId="1647528200" sldId="361"/>
            <ac:spMk id="12" creationId="{C6E21B63-A439-88C0-98D9-D8E9AAEEA9F6}"/>
          </ac:spMkLst>
        </pc:spChg>
      </pc:sldChg>
      <pc:sldMasterChg chg="modSldLayout">
        <pc:chgData name="priyabrata jena" userId="7cd441027c43112c" providerId="LiveId" clId="{2F36BFB0-8105-4EE4-B43E-0FB307591A46}" dt="2026-02-09T08:29:44.499" v="288"/>
        <pc:sldMasterMkLst>
          <pc:docMk/>
          <pc:sldMasterMk cId="0" sldId="2147483648"/>
        </pc:sldMasterMkLst>
        <pc:sldLayoutChg chg="setBg">
          <pc:chgData name="priyabrata jena" userId="7cd441027c43112c" providerId="LiveId" clId="{2F36BFB0-8105-4EE4-B43E-0FB307591A46}" dt="2026-02-09T08:29:44.499" v="288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modSldLayout">
        <pc:chgData name="priyabrata jena" userId="7cd441027c43112c" providerId="LiveId" clId="{2F36BFB0-8105-4EE4-B43E-0FB307591A46}" dt="2026-02-09T08:29:44.499" v="288"/>
        <pc:sldMasterMkLst>
          <pc:docMk/>
          <pc:sldMasterMk cId="3787320227" sldId="2147483650"/>
        </pc:sldMasterMkLst>
        <pc:sldLayoutChg chg="setBg">
          <pc:chgData name="priyabrata jena" userId="7cd441027c43112c" providerId="LiveId" clId="{2F36BFB0-8105-4EE4-B43E-0FB307591A46}" dt="2026-02-09T08:29:44.499" v="288"/>
          <pc:sldLayoutMkLst>
            <pc:docMk/>
            <pc:sldMasterMk cId="3787320227" sldId="2147483650"/>
            <pc:sldLayoutMk cId="3349024552" sldId="2147483654"/>
          </pc:sldLayoutMkLst>
        </pc:sldLayoutChg>
        <pc:sldLayoutChg chg="setBg">
          <pc:chgData name="priyabrata jena" userId="7cd441027c43112c" providerId="LiveId" clId="{2F36BFB0-8105-4EE4-B43E-0FB307591A46}" dt="2026-02-09T08:29:44.499" v="288"/>
          <pc:sldLayoutMkLst>
            <pc:docMk/>
            <pc:sldMasterMk cId="3787320227" sldId="2147483650"/>
            <pc:sldLayoutMk cId="3623741014" sldId="2147483656"/>
          </pc:sldLayoutMkLst>
        </pc:sldLayoutChg>
        <pc:sldLayoutChg chg="setBg">
          <pc:chgData name="priyabrata jena" userId="7cd441027c43112c" providerId="LiveId" clId="{2F36BFB0-8105-4EE4-B43E-0FB307591A46}" dt="2026-02-09T08:29:44.499" v="288"/>
          <pc:sldLayoutMkLst>
            <pc:docMk/>
            <pc:sldMasterMk cId="3787320227" sldId="2147483650"/>
            <pc:sldLayoutMk cId="2431103333" sldId="2147483657"/>
          </pc:sldLayoutMkLst>
        </pc:sldLayoutChg>
        <pc:sldLayoutChg chg="setBg">
          <pc:chgData name="priyabrata jena" userId="7cd441027c43112c" providerId="LiveId" clId="{2F36BFB0-8105-4EE4-B43E-0FB307591A46}" dt="2026-02-09T08:29:44.499" v="288"/>
          <pc:sldLayoutMkLst>
            <pc:docMk/>
            <pc:sldMasterMk cId="3787320227" sldId="2147483650"/>
            <pc:sldLayoutMk cId="1357414359" sldId="2147483658"/>
          </pc:sldLayoutMkLst>
        </pc:sldLayoutChg>
      </pc:sldMasterChg>
      <pc:sldMasterChg chg="add del addSldLayout delSldLayout modSldLayout">
        <pc:chgData name="priyabrata jena" userId="7cd441027c43112c" providerId="LiveId" clId="{2F36BFB0-8105-4EE4-B43E-0FB307591A46}" dt="2026-02-09T08:32:21.222" v="291" actId="2696"/>
        <pc:sldMasterMkLst>
          <pc:docMk/>
          <pc:sldMasterMk cId="3153082036" sldId="2147483659"/>
        </pc:sldMasterMkLst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3446088799" sldId="2147483660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3535113311" sldId="2147483661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1826016275" sldId="2147483662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2696718492" sldId="2147483663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4218379100" sldId="2147483664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38407780" sldId="2147483665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11271508" sldId="2147483666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3074356834" sldId="2147483667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2241631490" sldId="2147483668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1312087473" sldId="2147483669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4046365386" sldId="2147483670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1344021983" sldId="2147483671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11140987" sldId="2147483672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836821423" sldId="2147483673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3287796816" sldId="2147483674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2221723997" sldId="2147483675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3679452705" sldId="2147483676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115937298" sldId="2147483677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145224538" sldId="2147483678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4182031973" sldId="2147483679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3936011118" sldId="2147483680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3532523331" sldId="2147483681"/>
          </pc:sldLayoutMkLst>
        </pc:sldLayoutChg>
        <pc:sldLayoutChg chg="add del setBg">
          <pc:chgData name="priyabrata jena" userId="7cd441027c43112c" providerId="LiveId" clId="{2F36BFB0-8105-4EE4-B43E-0FB307591A46}" dt="2026-02-09T08:32:21.222" v="291" actId="2696"/>
          <pc:sldLayoutMkLst>
            <pc:docMk/>
            <pc:sldMasterMk cId="3153082036" sldId="2147483659"/>
            <pc:sldLayoutMk cId="136743280" sldId="214748368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031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354" y="422030"/>
            <a:ext cx="8405446" cy="4009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</a:rPr>
              <a:t> </a:t>
            </a:r>
            <a:r>
              <a:rPr lang="en-US" sz="2800" b="1" dirty="0">
                <a:solidFill>
                  <a:srgbClr val="028090"/>
                </a:solidFill>
                <a:latin typeface="MarkPro-Book"/>
              </a:rPr>
              <a:t>What is Apache Airflow 3.0?</a:t>
            </a:r>
            <a:endParaRPr lang="en-US" sz="2800" dirty="0">
              <a:latin typeface="MarkPro-Book"/>
            </a:endParaRPr>
          </a:p>
        </p:txBody>
      </p:sp>
      <p:sp>
        <p:nvSpPr>
          <p:cNvPr id="3" name="Text 1"/>
          <p:cNvSpPr/>
          <p:nvPr/>
        </p:nvSpPr>
        <p:spPr>
          <a:xfrm>
            <a:off x="393896" y="1090245"/>
            <a:ext cx="8229600" cy="25251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MarkPro-Book"/>
              </a:rPr>
              <a:t>Released: </a:t>
            </a:r>
            <a:r>
              <a:rPr lang="en-US" sz="1600" dirty="0">
                <a:solidFill>
                  <a:srgbClr val="2F3C7E"/>
                </a:solidFill>
                <a:latin typeface="MarkPro-Book"/>
              </a:rPr>
              <a:t>April 22, 2025 - First major release in 5 years (since Airflow 2.0 in 2020)</a:t>
            </a:r>
            <a:endParaRPr lang="en-US" sz="1600" dirty="0">
              <a:latin typeface="MarkPro-Book"/>
            </a:endParaRPr>
          </a:p>
          <a:p>
            <a:pPr marL="0" indent="0">
              <a:lnSpc>
                <a:spcPts val="2400"/>
              </a:lnSpc>
              <a:buNone/>
            </a:pPr>
            <a:endParaRPr lang="en-US" sz="1600" dirty="0">
              <a:latin typeface="MarkPro-Book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MarkPro-Book"/>
              </a:rPr>
              <a:t>What it is: </a:t>
            </a:r>
            <a:r>
              <a:rPr lang="en-US" sz="1600" dirty="0">
                <a:solidFill>
                  <a:srgbClr val="2F3C7E"/>
                </a:solidFill>
                <a:latin typeface="MarkPro-Book"/>
              </a:rPr>
              <a:t>A complete architectural overhaul of Apache Airflow with service-oriented design.</a:t>
            </a:r>
            <a:endParaRPr lang="en-US" sz="1600" dirty="0">
              <a:latin typeface="MarkPro-Book"/>
            </a:endParaRPr>
          </a:p>
          <a:p>
            <a:pPr marL="0" indent="0">
              <a:lnSpc>
                <a:spcPts val="2400"/>
              </a:lnSpc>
              <a:buNone/>
            </a:pPr>
            <a:endParaRPr lang="en-US" sz="1600" dirty="0">
              <a:latin typeface="MarkPro-Book"/>
            </a:endParaRPr>
          </a:p>
          <a:p>
            <a:pPr marL="0" indent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MarkPro-Book"/>
              </a:rPr>
              <a:t>Why it matters: </a:t>
            </a:r>
            <a:r>
              <a:rPr lang="en-US" sz="1600" dirty="0">
                <a:solidFill>
                  <a:srgbClr val="2F3C7E"/>
                </a:solidFill>
                <a:latin typeface="MarkPro-Book"/>
              </a:rPr>
              <a:t>Addresses pain points from 2.x, enables event-driven workflows, improves security, and expands to ML/AI use cases.</a:t>
            </a:r>
            <a:endParaRPr lang="en-US" sz="1600" dirty="0">
              <a:latin typeface="MarkPro-Boo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MarkPro-Book"/>
              </a:rPr>
              <a:t>Core Architecture Changes:</a:t>
            </a:r>
            <a:endParaRPr lang="en-US" sz="2800" dirty="0">
              <a:latin typeface="MarkPro-Book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MarkPro-Book"/>
              </a:rPr>
              <a:t>Airflow 2.x Architecture</a:t>
            </a:r>
            <a:endParaRPr lang="en-US" sz="1800" dirty="0">
              <a:latin typeface="MarkPro-Book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Monolithic design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Direct database access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Tight coupling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Limited isolation</a:t>
            </a:r>
            <a:endParaRPr lang="en-US" sz="1600" dirty="0">
              <a:latin typeface="MarkPro-Book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rkPro-Book"/>
              </a:rPr>
              <a:t>Airflow 3.0 Architecture</a:t>
            </a:r>
            <a:endParaRPr lang="en-US" sz="1800" dirty="0">
              <a:latin typeface="MarkPro-Book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600" dirty="0">
                <a:solidFill>
                  <a:srgbClr val="FFFFFF"/>
                </a:solidFill>
                <a:latin typeface="MarkPro-Book"/>
              </a:rPr>
              <a:t>• Service-oriented design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FFFFFF"/>
                </a:solidFill>
                <a:latin typeface="MarkPro-Book"/>
              </a:rPr>
              <a:t>• Task Execution API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FFFFFF"/>
                </a:solidFill>
                <a:latin typeface="MarkPro-Book"/>
              </a:rPr>
              <a:t>• API-based access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FFFFFF"/>
                </a:solidFill>
                <a:latin typeface="MarkPro-Book"/>
              </a:rPr>
              <a:t>• Strong task isolation</a:t>
            </a:r>
            <a:endParaRPr lang="en-US" sz="1600" dirty="0">
              <a:latin typeface="MarkPro-Book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MarkPro-Book"/>
              </a:rPr>
              <a:t>Key Components:</a:t>
            </a:r>
            <a:endParaRPr lang="en-US" dirty="0">
              <a:latin typeface="MarkPro-Book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451860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MarkPro-Book"/>
              </a:rPr>
              <a:t>API Server: </a:t>
            </a:r>
            <a:r>
              <a:rPr lang="en-US" sz="1600" dirty="0">
                <a:solidFill>
                  <a:srgbClr val="2F3C7E"/>
                </a:solidFill>
                <a:latin typeface="MarkPro-Book"/>
              </a:rPr>
              <a:t>Central access point for metadata, replaces direct database access</a:t>
            </a:r>
            <a:endParaRPr lang="en-US" sz="1600" dirty="0">
              <a:latin typeface="MarkPro-Book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MarkPro-Book"/>
              </a:rPr>
              <a:t>Task Execution Interface: </a:t>
            </a:r>
            <a:r>
              <a:rPr lang="en-US" sz="1600" dirty="0">
                <a:solidFill>
                  <a:srgbClr val="2F3C7E"/>
                </a:solidFill>
                <a:latin typeface="MarkPro-Book"/>
              </a:rPr>
              <a:t>Enables remote task execution with improved isolation</a:t>
            </a:r>
            <a:endParaRPr lang="en-US" sz="1600" dirty="0">
              <a:latin typeface="MarkPro-Book"/>
            </a:endParaRPr>
          </a:p>
          <a:p>
            <a:pPr marL="0" indent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MarkPro-Book"/>
              </a:rPr>
              <a:t>Edge Executor: </a:t>
            </a:r>
            <a:r>
              <a:rPr lang="en-US" sz="1600" dirty="0">
                <a:solidFill>
                  <a:srgbClr val="2F3C7E"/>
                </a:solidFill>
                <a:latin typeface="MarkPro-Book"/>
              </a:rPr>
              <a:t>Supports distributed task execution in edge and cloud environments</a:t>
            </a:r>
            <a:endParaRPr lang="en-US" sz="1600" dirty="0">
              <a:latin typeface="MarkPro-Boo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203586-112A-1815-0678-0836C9E08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0976"/>
            <a:ext cx="9144000" cy="35574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AC89CC-AF99-B7C5-D044-0E64B8D2720D}"/>
              </a:ext>
            </a:extLst>
          </p:cNvPr>
          <p:cNvSpPr txBox="1"/>
          <p:nvPr/>
        </p:nvSpPr>
        <p:spPr>
          <a:xfrm>
            <a:off x="337624" y="119576"/>
            <a:ext cx="23896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028090"/>
                </a:solidFill>
              </a:rPr>
              <a:t> Architecture comparison: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08080E-AE46-B8E9-0973-2A56082476DF}"/>
              </a:ext>
            </a:extLst>
          </p:cNvPr>
          <p:cNvSpPr txBox="1"/>
          <p:nvPr/>
        </p:nvSpPr>
        <p:spPr>
          <a:xfrm>
            <a:off x="2176076" y="545034"/>
            <a:ext cx="11024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highlight>
                  <a:srgbClr val="FFFF00"/>
                </a:highlight>
              </a:rPr>
              <a:t>Airflow 3.0.x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C32B18-24DD-B8BB-0DA3-B54716984604}"/>
              </a:ext>
            </a:extLst>
          </p:cNvPr>
          <p:cNvSpPr txBox="1"/>
          <p:nvPr/>
        </p:nvSpPr>
        <p:spPr>
          <a:xfrm>
            <a:off x="6756908" y="529645"/>
            <a:ext cx="12660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highlight>
                  <a:srgbClr val="FFFF00"/>
                </a:highlight>
              </a:rPr>
              <a:t>Airflow 2.0.x</a:t>
            </a:r>
          </a:p>
        </p:txBody>
      </p:sp>
    </p:spTree>
    <p:extLst>
      <p:ext uri="{BB962C8B-B14F-4D97-AF65-F5344CB8AC3E}">
        <p14:creationId xmlns:p14="http://schemas.microsoft.com/office/powerpoint/2010/main" val="3787646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MarkPro-Book"/>
              </a:rPr>
              <a:t>Task SDK: The Foundation of Airflow 3.0</a:t>
            </a:r>
            <a:endParaRPr lang="en-US" sz="2800" dirty="0">
              <a:latin typeface="MarkPro-Book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</a:rPr>
              <a:t>What is the Task SDK?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F3C7E"/>
                </a:solidFill>
                <a:latin typeface="MarkPro-Book"/>
              </a:rPr>
              <a:t>A lightweight runtime environment providing a stable, forward-compatible interface for DAG authoring and task execution, completely decoupled from Airflow internals</a:t>
            </a:r>
            <a:r>
              <a:rPr lang="en-US" sz="1600" i="1" dirty="0">
                <a:solidFill>
                  <a:srgbClr val="2F3C7E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MarkPro-Book"/>
              </a:rPr>
              <a:t>Key Features:</a:t>
            </a:r>
            <a:endParaRPr lang="en-US" sz="1800" dirty="0">
              <a:latin typeface="MarkPro-Book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New airflow.sdk namespace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Python-native DAG interfaces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Isolated subprocess execution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API-based resource access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Version-agnostic compatibility</a:t>
            </a:r>
            <a:endParaRPr lang="en-US" sz="1500" dirty="0">
              <a:latin typeface="MarkPro-Book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4632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MarkPro-Book"/>
              </a:rPr>
              <a:t>Benefits</a:t>
            </a:r>
            <a:r>
              <a:rPr lang="en-US" sz="1800" b="1" dirty="0">
                <a:solidFill>
                  <a:srgbClr val="028090"/>
                </a:solidFill>
              </a:rPr>
              <a:t>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27432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Enhanced security &amp; isolation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Future multi-language support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Cleaner, more maintainable DAGs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Remote execution capabilities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Reduced upgrade complexity</a:t>
            </a:r>
            <a:endParaRPr lang="en-US" sz="1500" dirty="0">
              <a:latin typeface="MarkPro-Boo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MarkPro-Book"/>
              </a:rPr>
              <a:t>Task SDK: New Import Pattern</a:t>
            </a:r>
            <a:endParaRPr lang="en-US" sz="2800" dirty="0">
              <a:latin typeface="MarkPro-Book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Airflow 2.x (Old Way)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airflow import DAG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airflow.decorators import task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airflow.operators.python import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PythonOperator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ABB2BF"/>
                </a:solidFill>
              </a:rPr>
              <a:t>
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Direct database access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allowed (security risk)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</a:rPr>
              <a:t>Airflow 3.0 (New Way)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airflow.sdk import DAG, task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ABB2BF"/>
                </a:solidFill>
              </a:rPr>
              <a:t>
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Stable public interface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 direct DB access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API-based resource access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Forward-compatible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MarkPro-Book"/>
              </a:rPr>
              <a:t>Major New Features in Airflow 3.0</a:t>
            </a:r>
            <a:endParaRPr lang="en-US" sz="2800" dirty="0">
              <a:latin typeface="MarkPro-Book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MarkPro-Book"/>
              </a:rPr>
              <a:t>DAG Versioning</a:t>
            </a:r>
            <a:endParaRPr lang="en-US" sz="1600" dirty="0">
              <a:latin typeface="MarkPro-Book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MarkPro-Book"/>
              </a:rPr>
              <a:t>Track DAG changes over time, immutable execution snapshots</a:t>
            </a:r>
            <a:endParaRPr lang="en-US" sz="1300" dirty="0">
              <a:latin typeface="MarkPro-Book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846320" y="109728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MarkPro-Book"/>
              </a:rPr>
              <a:t>Asset-Driven Scheduling</a:t>
            </a:r>
            <a:endParaRPr lang="en-US" sz="1600" dirty="0">
              <a:latin typeface="MarkPro-Book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0" y="15727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MarkPro-Book"/>
              </a:rPr>
              <a:t>Event-driven workflows with @asset decorator (renamed from Datasets)</a:t>
            </a:r>
            <a:endParaRPr lang="en-US" sz="1300" dirty="0">
              <a:latin typeface="MarkPro-Book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384048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33172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MarkPro-Book"/>
              </a:rPr>
              <a:t>Scheduler Backfills</a:t>
            </a:r>
            <a:endParaRPr lang="en-US" sz="1600" dirty="0">
              <a:latin typeface="MarkPro-Book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28072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MarkPro-Book"/>
              </a:rPr>
              <a:t>UI/API-triggered backfills managed by scheduler, not CLI</a:t>
            </a:r>
            <a:endParaRPr lang="en-US" sz="1300" dirty="0">
              <a:latin typeface="MarkPro-Book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46320" y="2331720"/>
            <a:ext cx="384048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233172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MarkPro-Book"/>
              </a:rPr>
              <a:t>Modern React UI</a:t>
            </a:r>
            <a:endParaRPr lang="en-US" sz="1600" dirty="0">
              <a:latin typeface="MarkPro-Book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0" y="28072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MarkPro-Book"/>
              </a:rPr>
              <a:t>Complete UI rebuild with FastAPI backend, dark mode support</a:t>
            </a:r>
            <a:endParaRPr lang="en-US" sz="1300" dirty="0">
              <a:latin typeface="MarkPro-Book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384048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56616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MarkPro-Book"/>
              </a:rPr>
              <a:t>Edge Executor</a:t>
            </a:r>
            <a:endParaRPr lang="en-US" sz="1600" dirty="0">
              <a:latin typeface="MarkPro-Book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40416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MarkPro-Book"/>
              </a:rPr>
              <a:t>Distributed task execution for edge and cloud environments</a:t>
            </a:r>
            <a:endParaRPr lang="en-US" sz="1300" dirty="0">
              <a:latin typeface="MarkPro-Book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46320" y="3566160"/>
            <a:ext cx="384048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566160"/>
            <a:ext cx="73152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MarkPro-Book"/>
              </a:rPr>
              <a:t>Enhanced Security</a:t>
            </a:r>
            <a:endParaRPr lang="en-US" sz="1600" dirty="0">
              <a:latin typeface="MarkPro-Book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0" y="40416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F3C7E"/>
                </a:solidFill>
                <a:latin typeface="MarkPro-Book"/>
              </a:rPr>
              <a:t>Task isolation, no direct database access from tasks</a:t>
            </a:r>
            <a:endParaRPr lang="en-US" sz="1300" dirty="0">
              <a:latin typeface="MarkPro-Boo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MarkPro-Book"/>
              </a:rPr>
              <a:t>DAG Versioning:</a:t>
            </a:r>
            <a:endParaRPr lang="en-US" sz="2800" dirty="0">
              <a:latin typeface="MarkPro-Book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A896"/>
                </a:solidFill>
                <a:latin typeface="MarkPro-Book"/>
              </a:rPr>
              <a:t>Most requested feature from the Airflow community</a:t>
            </a:r>
            <a:endParaRPr lang="en-US" sz="1600" dirty="0">
              <a:latin typeface="MarkPro-Book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MarkPro-Book"/>
              </a:rPr>
              <a:t>The Problem in Airflow 2.x:</a:t>
            </a:r>
            <a:endParaRPr lang="en-US" sz="2000" dirty="0">
              <a:latin typeface="MarkPro-Boo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DAGs updated mid-run executed different versions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No tracking of which code version ran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UI showed latest version even for old runs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Impossible to debug historical issues</a:t>
            </a:r>
            <a:endParaRPr lang="en-US" sz="1600" dirty="0">
              <a:latin typeface="MarkPro-Book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MarkPro-Book"/>
              </a:rPr>
              <a:t>The Solution in Airflow 3.0:</a:t>
            </a:r>
            <a:endParaRPr lang="en-US" sz="2000" dirty="0">
              <a:latin typeface="MarkPro-Book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Each DAG run tied to immutable snapshot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Complete version history in UI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Task structure, code, and logs preserved per version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Essential for compliance and auditing</a:t>
            </a:r>
            <a:endParaRPr lang="en-US" sz="1600" dirty="0">
              <a:latin typeface="MarkPro-Boo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MarkPro-Book"/>
              </a:rPr>
              <a:t>Modern React UI with FastAPI</a:t>
            </a:r>
            <a:endParaRPr lang="en-US" sz="2800" dirty="0">
              <a:latin typeface="MarkPro-Book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MarkPro-Book"/>
              </a:rPr>
              <a:t>Old UI (Flask)</a:t>
            </a:r>
            <a:endParaRPr lang="en-US" sz="1800" dirty="0">
              <a:latin typeface="MarkPro-Book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Dated interface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Slow page loads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Limited interactivity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Flask AppBuilder dependency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No dark mode</a:t>
            </a:r>
            <a:endParaRPr lang="en-US" sz="1500" dirty="0">
              <a:latin typeface="MarkPro-Book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20116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rkPro-Book"/>
              </a:rPr>
              <a:t>New UI (React + FastAPI)</a:t>
            </a:r>
            <a:endParaRPr lang="en-US" sz="1800" dirty="0">
              <a:latin typeface="MarkPro-Book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FFFFFF"/>
                </a:solidFill>
                <a:latin typeface="MarkPro-Book"/>
              </a:rPr>
              <a:t>• Modern, intuitive interface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FFFFFF"/>
                </a:solidFill>
                <a:latin typeface="MarkPro-Book"/>
              </a:rPr>
              <a:t>• Fast, responsive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FFFFFF"/>
                </a:solidFill>
                <a:latin typeface="MarkPro-Book"/>
              </a:rPr>
              <a:t>• Enhanced grid/graph views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FFFFFF"/>
                </a:solidFill>
                <a:latin typeface="MarkPro-Book"/>
              </a:rPr>
              <a:t>• FAB moved to provider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FFFFFF"/>
                </a:solidFill>
                <a:latin typeface="MarkPro-Book"/>
              </a:rPr>
              <a:t>• Native dark mode</a:t>
            </a:r>
            <a:endParaRPr lang="en-US" sz="1500" dirty="0">
              <a:latin typeface="MarkPro-Book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MarkPro-Book"/>
              </a:rPr>
              <a:t>UI Improvements:</a:t>
            </a:r>
            <a:endParaRPr lang="en-US" sz="1800" dirty="0">
              <a:latin typeface="MarkPro-Book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Better navigation • Enhanced asset panel • Backfill management from UI • Improved filtering and search • Faster task introspection • Version-aware views</a:t>
            </a:r>
            <a:endParaRPr lang="en-US" sz="1500" dirty="0">
              <a:latin typeface="MarkPro-Boo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MarkPro-Book"/>
              </a:rPr>
              <a:t>Assets &amp; Event-Driven Scheduling</a:t>
            </a:r>
            <a:endParaRPr lang="en-US" sz="2800" dirty="0">
              <a:latin typeface="MarkPro-Book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A896"/>
                </a:solidFill>
              </a:rPr>
              <a:t>(</a:t>
            </a:r>
            <a:r>
              <a:rPr lang="en-US" sz="1600" i="1" dirty="0">
                <a:solidFill>
                  <a:srgbClr val="00A896"/>
                </a:solidFill>
                <a:latin typeface="MarkPro-Book"/>
              </a:rPr>
              <a:t>formerly known as Datasets)</a:t>
            </a:r>
            <a:endParaRPr lang="en-US" sz="1600" dirty="0">
              <a:latin typeface="MarkPro-Book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MarkPro-Book"/>
              </a:rPr>
              <a:t>What Changed:</a:t>
            </a:r>
            <a:endParaRPr lang="en-US" sz="2000" dirty="0">
              <a:latin typeface="MarkPro-Boo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Datasets renamed to Assets for better alignment with data ecosystem terminology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New @asset decorator for cleaner, asset-centric DAG definitions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Asset Watchers: React to external events (webhooks, message queues, file uploads)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Full REST API for external system integration</a:t>
            </a:r>
            <a:endParaRPr lang="en-US" sz="1600" dirty="0">
              <a:latin typeface="MarkPro-Book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MarkPro-Book"/>
              </a:rPr>
              <a:t>Use Cases:</a:t>
            </a:r>
            <a:endParaRPr lang="en-US" sz="2000" dirty="0">
              <a:latin typeface="MarkPro-Book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Trigger DAGs when data arrives (not just on schedule)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Chain DAGs across teams when assets are updated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Integrate with Amazon SQS, Kafka, and other message systems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Enable truly event-driven workflows</a:t>
            </a:r>
            <a:endParaRPr lang="en-US" sz="1600" dirty="0">
              <a:latin typeface="MarkPro-Boo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MarkPro-Book"/>
              </a:rPr>
              <a:t>Scheduler-Managed Backfills:</a:t>
            </a:r>
            <a:endParaRPr lang="en-US" sz="2800" dirty="0">
              <a:latin typeface="MarkPro-Book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6459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MarkPro-Book"/>
              </a:rPr>
              <a:t>Airflow 2.x</a:t>
            </a:r>
            <a:endParaRPr lang="en-US" sz="1800" dirty="0">
              <a:latin typeface="MarkPro-Book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CLI-only backfills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Separate processes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Session timeouts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Hard to monitor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Fragile for large jobs</a:t>
            </a:r>
            <a:endParaRPr lang="en-US" sz="1500" dirty="0">
              <a:latin typeface="MarkPro-Book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1645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arkPro-Book"/>
              </a:rPr>
              <a:t>Airflow 3.0</a:t>
            </a:r>
            <a:endParaRPr lang="en-US" sz="1800" dirty="0">
              <a:latin typeface="MarkPro-Book"/>
            </a:endParaRPr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FFFFFF"/>
                </a:solidFill>
                <a:latin typeface="MarkPro-Book"/>
              </a:rPr>
              <a:t>• UI &amp; API support, Scheduler-managed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FFFFFF"/>
                </a:solidFill>
                <a:latin typeface="MarkPro-Book"/>
              </a:rPr>
              <a:t>• No timeouts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FFFFFF"/>
                </a:solidFill>
                <a:latin typeface="MarkPro-Book"/>
              </a:rPr>
              <a:t>• Real-time monitoring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FFFFFF"/>
                </a:solidFill>
                <a:latin typeface="MarkPro-Book"/>
              </a:rPr>
              <a:t>• Reliable at scale</a:t>
            </a:r>
            <a:endParaRPr lang="en-US" sz="1500" dirty="0">
              <a:latin typeface="MarkPro-Book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MarkPro-Book"/>
              </a:rPr>
              <a:t>Benefits:</a:t>
            </a:r>
            <a:endParaRPr lang="en-US" sz="2000" dirty="0">
              <a:latin typeface="MarkPro-Book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Start backfills with one click from UI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Monitor progress in real-time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Pause, cancel, or modify running backfills</a:t>
            </a:r>
            <a:endParaRPr lang="en-US" sz="1600" dirty="0">
              <a:latin typeface="MarkPro-Book"/>
            </a:endParaRPr>
          </a:p>
          <a:p>
            <a:pPr>
              <a:buSzPct val="100000"/>
            </a:pPr>
            <a:r>
              <a:rPr lang="en-US" sz="1600" dirty="0">
                <a:solidFill>
                  <a:srgbClr val="2F3C7E"/>
                </a:solidFill>
                <a:latin typeface="MarkPro-Book"/>
              </a:rPr>
              <a:t>• Essential for ML retraining and historical data processing</a:t>
            </a:r>
            <a:endParaRPr lang="en-US" sz="1600" dirty="0">
              <a:latin typeface="MarkPro-Boo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MarkPro-Book"/>
              </a:rPr>
              <a:t>Breaking Changes &amp; Migration</a:t>
            </a:r>
            <a:endParaRPr lang="en-US" sz="2800" dirty="0">
              <a:latin typeface="MarkPro-Book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Removed Features: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  <a:latin typeface="MarkPro-Book"/>
              </a:rPr>
              <a:t>• SubDAGs (use TaskGroups)</a:t>
            </a:r>
            <a:endParaRPr lang="en-US" sz="1400" dirty="0">
              <a:latin typeface="MarkPro-Book"/>
            </a:endParaRPr>
          </a:p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  <a:latin typeface="MarkPro-Book"/>
              </a:rPr>
              <a:t>• SLAs (use Deadline Alerts)</a:t>
            </a:r>
            <a:endParaRPr lang="en-US" sz="1400" dirty="0">
              <a:latin typeface="MarkPro-Book"/>
            </a:endParaRPr>
          </a:p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  <a:latin typeface="MarkPro-Book"/>
              </a:rPr>
              <a:t>• XCom/DAG pickling</a:t>
            </a:r>
            <a:endParaRPr lang="en-US" sz="1400" dirty="0">
              <a:latin typeface="MarkPro-Book"/>
            </a:endParaRPr>
          </a:p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  <a:latin typeface="MarkPro-Book"/>
              </a:rPr>
              <a:t>• Sequential Executor</a:t>
            </a:r>
            <a:endParaRPr lang="en-US" sz="1400" dirty="0">
              <a:latin typeface="MarkPro-Book"/>
            </a:endParaRPr>
          </a:p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  <a:latin typeface="MarkPro-Book"/>
              </a:rPr>
              <a:t>• Direct DB access from tasks</a:t>
            </a:r>
            <a:endParaRPr lang="en-US" sz="1400" dirty="0">
              <a:latin typeface="MarkPro-Book"/>
            </a:endParaRPr>
          </a:p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  <a:latin typeface="MarkPro-Book"/>
              </a:rPr>
              <a:t>• Old context variables</a:t>
            </a:r>
            <a:endParaRPr lang="en-US" sz="1400" dirty="0">
              <a:latin typeface="MarkPro-Boo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What Changed: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46320" y="13716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  <a:latin typeface="MarkPro-Book"/>
              </a:rPr>
              <a:t>• CLI split: airflow + airflowctl</a:t>
            </a:r>
            <a:endParaRPr lang="en-US" sz="1400" dirty="0">
              <a:latin typeface="MarkPro-Book"/>
            </a:endParaRPr>
          </a:p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  <a:latin typeface="MarkPro-Book"/>
              </a:rPr>
              <a:t>• Imports: airflow.sdk namespace</a:t>
            </a:r>
            <a:endParaRPr lang="en-US" sz="1400" dirty="0">
              <a:latin typeface="MarkPro-Book"/>
            </a:endParaRPr>
          </a:p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  <a:latin typeface="MarkPro-Book"/>
              </a:rPr>
              <a:t>• logical_date = run_after</a:t>
            </a:r>
            <a:endParaRPr lang="en-US" sz="1400" dirty="0">
              <a:latin typeface="MarkPro-Book"/>
            </a:endParaRPr>
          </a:p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  <a:latin typeface="MarkPro-Book"/>
              </a:rPr>
              <a:t>• Python 3.9-3.13 supported</a:t>
            </a:r>
            <a:endParaRPr lang="en-US" sz="1400" dirty="0">
              <a:latin typeface="MarkPro-Book"/>
            </a:endParaRPr>
          </a:p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  <a:latin typeface="MarkPro-Book"/>
              </a:rPr>
              <a:t>• REST API v2 (FastAPI)</a:t>
            </a:r>
            <a:endParaRPr lang="en-US" sz="1400" dirty="0">
              <a:latin typeface="MarkPro-Book"/>
            </a:endParaRPr>
          </a:p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  <a:latin typeface="MarkPro-Book"/>
              </a:rPr>
              <a:t>• SQLAlchemy 2.0 support</a:t>
            </a:r>
            <a:endParaRPr lang="en-US" sz="1400" dirty="0">
              <a:latin typeface="MarkPro-Book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</a:rPr>
              <a:t>Migration Requirements: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Upgrade to Airflow 2.7+ first</a:t>
            </a:r>
            <a:endParaRPr lang="en-US" sz="1500" dirty="0">
              <a:latin typeface="MarkPro-Book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Run </a:t>
            </a:r>
            <a:r>
              <a:rPr lang="en-US" sz="1500" dirty="0">
                <a:solidFill>
                  <a:srgbClr val="2F3C7E"/>
                </a:solidFill>
                <a:latin typeface="MarkPro-Book"/>
                <a:ea typeface="Courier New" pitchFamily="34" charset="-122"/>
                <a:cs typeface="Courier New" pitchFamily="34" charset="-120"/>
              </a:rPr>
              <a:t>ruff</a:t>
            </a:r>
            <a:r>
              <a:rPr lang="en-US" sz="1500" dirty="0">
                <a:solidFill>
                  <a:srgbClr val="2F3C7E"/>
                </a:solidFill>
                <a:latin typeface="MarkPro-Book"/>
              </a:rPr>
              <a:t> checker for DAG compatibility</a:t>
            </a:r>
            <a:endParaRPr lang="en-US" sz="1500" dirty="0">
              <a:latin typeface="MarkPro-Book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Update imports to </a:t>
            </a:r>
            <a:r>
              <a:rPr lang="en-US" sz="1500" dirty="0" err="1">
                <a:solidFill>
                  <a:srgbClr val="2F3C7E"/>
                </a:solidFill>
                <a:latin typeface="MarkPro-Book"/>
              </a:rPr>
              <a:t>airflow.sdk</a:t>
            </a:r>
            <a:endParaRPr lang="en-US" sz="1500" dirty="0">
              <a:latin typeface="MarkPro-Book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Replace direct DB access with API calls</a:t>
            </a:r>
            <a:endParaRPr lang="en-US" sz="1500" dirty="0">
              <a:latin typeface="MarkPro-Book"/>
            </a:endParaRPr>
          </a:p>
          <a:p>
            <a:pPr marL="285750" indent="-285750">
              <a:buSzPct val="10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Test thoroughly in dev environment</a:t>
            </a:r>
            <a:endParaRPr lang="en-US" sz="1500" dirty="0">
              <a:latin typeface="MarkPro-Boo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MarkPro-Book"/>
              </a:rPr>
              <a:t>Additional Improvements</a:t>
            </a:r>
            <a:endParaRPr lang="en-US" sz="2800" dirty="0">
              <a:latin typeface="MarkPro-Book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MarkPro-Book"/>
              </a:rPr>
              <a:t>Performance &amp; Reliability</a:t>
            </a:r>
            <a:r>
              <a:rPr lang="en-US" sz="1800" b="1" dirty="0">
                <a:solidFill>
                  <a:srgbClr val="028090"/>
                </a:solidFill>
              </a:rPr>
              <a:t>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Faster scheduler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Improved dependency tracking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Better database connectivity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Reduced memory leaks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Enhanced error handling</a:t>
            </a:r>
            <a:endParaRPr lang="en-US" sz="1500" dirty="0">
              <a:latin typeface="MarkPro-Book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MarkPro-Book"/>
              </a:rPr>
              <a:t>ML/AI Enhancements:</a:t>
            </a:r>
            <a:endParaRPr lang="en-US" sz="1800" dirty="0">
              <a:latin typeface="MarkPro-Book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46320" y="13716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Non-interval DAGs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Parallel inference runs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Model experimentation support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Hyperparameter tuning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GenAI workflow optimization</a:t>
            </a:r>
            <a:endParaRPr lang="en-US" sz="1500" dirty="0">
              <a:latin typeface="MarkPro-Book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MarkPro-Book"/>
              </a:rPr>
              <a:t>Developer Experience:</a:t>
            </a:r>
            <a:endParaRPr lang="en-US" sz="1800" dirty="0">
              <a:latin typeface="MarkPro-Book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Simplified DAG authoring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Better debugging tools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Enhanced logging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TaskFlow API improvements</a:t>
            </a:r>
            <a:endParaRPr lang="en-US" sz="1500" dirty="0">
              <a:latin typeface="MarkPro-Book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46320" y="2926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MarkPro-Book"/>
              </a:rPr>
              <a:t>Enterprise Features:</a:t>
            </a:r>
            <a:endParaRPr lang="en-US" sz="1800" dirty="0">
              <a:latin typeface="MarkPro-Book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6320" y="32918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Enhanced RBAC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Audit logging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Compliance improvements</a:t>
            </a:r>
            <a:endParaRPr lang="en-US" sz="1500" dirty="0">
              <a:latin typeface="MarkPro-Book"/>
            </a:endParaRPr>
          </a:p>
          <a:p>
            <a:pPr>
              <a:buSzPct val="100000"/>
            </a:pPr>
            <a:r>
              <a:rPr lang="en-US" sz="1500" dirty="0">
                <a:solidFill>
                  <a:srgbClr val="2F3C7E"/>
                </a:solidFill>
                <a:latin typeface="MarkPro-Book"/>
              </a:rPr>
              <a:t>• Multi-tenancy support</a:t>
            </a:r>
            <a:endParaRPr lang="en-US" sz="1500" dirty="0">
              <a:latin typeface="MarkPro-Boo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  <a:latin typeface="MarkPro-Book"/>
              </a:rPr>
              <a:t>Modern Technology Stack</a:t>
            </a:r>
            <a:endParaRPr lang="en-US" sz="2800" dirty="0">
              <a:latin typeface="MarkPro-Book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2344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MarkPro-Book"/>
              </a:rPr>
              <a:t>Python 3.9 - 3.13 Support</a:t>
            </a:r>
            <a:endParaRPr lang="en-US" dirty="0">
              <a:latin typeface="MarkPro-Book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488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MarkPro-Book"/>
              </a:rPr>
              <a:t>SQLAlchemy 2.0 Compatibility</a:t>
            </a:r>
            <a:endParaRPr lang="en-US" dirty="0">
              <a:latin typeface="MarkPro-Book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MarkPro-Book"/>
              </a:rPr>
              <a:t>PostgreSQL psycopg3 Driver Support</a:t>
            </a:r>
            <a:endParaRPr lang="en-US" dirty="0">
              <a:latin typeface="MarkPro-Book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F3C7E"/>
                </a:solidFill>
                <a:latin typeface="MarkPro-Book"/>
              </a:rPr>
              <a:t>Airflow 3.0 embraces the latest Python ecosystem improvements for better performance, security, and developer experience.</a:t>
            </a:r>
            <a:endParaRPr lang="en-US" sz="1600" dirty="0">
              <a:latin typeface="MarkPro-Boo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rkPro-Book"/>
              </a:rPr>
              <a:t>Apache Airflow 3.0</a:t>
            </a:r>
            <a:endParaRPr lang="en-US" sz="2800" dirty="0">
              <a:latin typeface="MarkPro-Book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ADCFC"/>
                </a:solidFill>
                <a:latin typeface="MarkPro-Book"/>
              </a:rPr>
              <a:t>The Future of Workflow Orchestration</a:t>
            </a:r>
            <a:endParaRPr lang="en-US" sz="2000" dirty="0">
              <a:latin typeface="MarkPro-Book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arkPro-Book"/>
              </a:rPr>
              <a:t>Key Takeaways:</a:t>
            </a:r>
            <a:endParaRPr lang="en-US" sz="1600" dirty="0">
              <a:latin typeface="MarkPro-Book"/>
            </a:endParaRPr>
          </a:p>
          <a:p>
            <a:pPr marL="0" indent="0" algn="ctr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rkPro-Book"/>
              </a:rPr>
              <a:t>✓ Service-oriented architecture with Task SDK</a:t>
            </a:r>
            <a:endParaRPr lang="en-US" sz="1600" dirty="0">
              <a:latin typeface="MarkPro-Book"/>
            </a:endParaRPr>
          </a:p>
          <a:p>
            <a:pPr marL="0" indent="0" algn="ctr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rkPro-Book"/>
              </a:rPr>
              <a:t>✓ Enhanced security through task isolation</a:t>
            </a:r>
            <a:endParaRPr lang="en-US" sz="1600" dirty="0">
              <a:latin typeface="MarkPro-Book"/>
            </a:endParaRPr>
          </a:p>
          <a:p>
            <a:pPr marL="0" indent="0" algn="ctr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rkPro-Book"/>
              </a:rPr>
              <a:t>✓ Modern React UI with improved UX</a:t>
            </a:r>
            <a:endParaRPr lang="en-US" sz="1600" dirty="0">
              <a:latin typeface="MarkPro-Book"/>
            </a:endParaRPr>
          </a:p>
          <a:p>
            <a:pPr marL="0" indent="0" algn="ctr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rkPro-Book"/>
              </a:rPr>
              <a:t>✓ DAG versioning for better governance</a:t>
            </a:r>
            <a:endParaRPr lang="en-US" sz="1600" dirty="0">
              <a:latin typeface="MarkPro-Book"/>
            </a:endParaRPr>
          </a:p>
          <a:p>
            <a:pPr marL="0" indent="0" algn="ctr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rkPro-Book"/>
              </a:rPr>
              <a:t>✓ Event-driven scheduling with Assets</a:t>
            </a:r>
            <a:endParaRPr lang="en-US" sz="1600" dirty="0">
              <a:latin typeface="MarkPro-Book"/>
            </a:endParaRPr>
          </a:p>
          <a:p>
            <a:pPr marL="0" indent="0" algn="ctr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arkPro-Book"/>
              </a:rPr>
              <a:t>✓ Production-ready for ML/AI workflows</a:t>
            </a:r>
            <a:endParaRPr lang="en-US" sz="1600" dirty="0">
              <a:latin typeface="MarkPro-Boo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1031</Words>
  <Application>Microsoft Office PowerPoint</Application>
  <PresentationFormat>On-screen Show (16:9)</PresentationFormat>
  <Paragraphs>195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Courier New</vt:lpstr>
      <vt:lpstr>MarkPro-Book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Apache Airflow 3.0.x - Complete Overview</dc:title>
  <dc:subject>PptxGenJS Presentation</dc:subject>
  <dc:creator>Claude</dc:creator>
  <cp:lastModifiedBy>priyabrata jena</cp:lastModifiedBy>
  <cp:revision>2</cp:revision>
  <dcterms:created xsi:type="dcterms:W3CDTF">2026-02-06T14:49:49Z</dcterms:created>
  <dcterms:modified xsi:type="dcterms:W3CDTF">2026-04-27T13:24:30Z</dcterms:modified>
</cp:coreProperties>
</file>